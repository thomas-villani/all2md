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950C0-6E16-1F70-022B-3642BB9F5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49815-A147-858D-4668-33E2DD81B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7954E-AFE6-21DA-452F-62F86122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A618-8255-8098-311C-92D6A2E0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F261-F15D-63BC-A159-3A2EDCD9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80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570F-D7C7-670C-BC7E-969EA132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4A97A-C5B9-8F7F-1441-E04498F5A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FF5BC-D0C3-ADBA-036C-8E947790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E2376-633A-A087-30E7-A0C61415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24A37-E198-25D8-2D2D-289C89022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4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0B10-1950-67C8-49BB-78ACF5A9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7F306-CBDA-C8CD-22E0-4D6C6596E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2C5A7-CC02-17E5-7F71-87AB37AD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8A9E9-92CB-0E0B-A9E3-8DB403CD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FFB30-3D6B-F900-20F9-55C43B5A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5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34623-EF39-DE81-51BE-862B9FD6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5C47C-C062-5EB3-CA28-2FDA015D9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08E37-9CD2-F2E7-D2FA-AAB6BB007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CFA03-5921-E660-8442-5304EAD86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D60D3-C822-359C-4E3C-E0C29D6B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6D7E3-3DF7-208B-7A69-8C74F704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36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6714-FFF3-3785-839D-65579520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1199B-166D-C963-E721-B215463A0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D2CB3-1A9F-F5FA-8862-B2808EC98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D6E05-B5A9-51F0-1607-D097741CC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AEBCF-A6A7-DF38-D844-DE8B93BE7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4B2FD6-686D-156B-C3A1-1DB01F38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786D-9C1C-9FA8-EBBD-7969C5A7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A5E546-5B5D-DB5C-423E-48397EBF0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50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6B80-D901-5D98-9B6D-AA2A8096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A77B8-CA30-E84D-68D0-1769D3B1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2298D-9227-D777-81E4-0FF8C0CFA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64152-39A1-5E45-5552-B0393B7A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5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16A55-C51F-70FE-F78C-87D34E84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4B8A9-F10F-3104-1D1F-2304AE9D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7C274-9429-8B4A-50C1-59067C883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3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F7D1-33A8-C3B5-9665-687EF29D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84A19-55DF-7397-8739-8253B385E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08664-FA1F-3E53-7BD4-1187BBFB9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12058-2FDA-E411-F609-4E2EBFD19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59096-E11D-29E8-F466-CDEC4643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3BF9B-67C9-2077-11D2-851166B1C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91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4F61-4FD5-7D85-9CDC-A5674C71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476EE-EA51-DE39-0B8A-B20BD4DA5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C23A3-2EE4-3C9C-C55F-4B503417C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98F04-CA96-BFFB-3924-AA56FD13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03296-439E-A8B5-E63F-66E8E14C5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F4423-B3D9-EA86-DD5A-E6A64D2D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4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F807-1A00-02B6-AEBD-B6286011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B6FEC-5C95-6FE1-025E-CEAF0C437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D82F6-A8B5-8523-61D9-A894D753E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712AA-F91A-6A21-E123-317C18406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419FA-803C-0400-F0DD-BE0F494E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30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795C01-8A6D-BCAE-0093-017C2DC1A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7D899-CAE1-9AE9-03CF-72D731D8D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3E2E6-DEA5-059B-EC17-D31D1360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84B77-D65D-4DF2-9661-38900735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B1A3D-96E6-F593-798A-16A4D523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8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58C1C9-7CE9-8B0F-B499-D231241BF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3F2F9-1B1F-7B6C-2947-014C98CC7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43E37-DC47-7DA2-7936-DFD07BC68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DC7F4-F228-4F3E-B5D2-64E74723DC2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E0B57-1F2E-F577-09D9-1E3BA3444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DB190-1A76-793E-E51D-741E974C6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D298F-0E17-4709-B060-28CCD7C6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855A-AA02-8C7A-427C-DEB252D8F0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Powerpoint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5272E-6B0E-EDC3-6DA9-4D772B519F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testing</a:t>
            </a:r>
          </a:p>
        </p:txBody>
      </p:sp>
    </p:spTree>
    <p:extLst>
      <p:ext uri="{BB962C8B-B14F-4D97-AF65-F5344CB8AC3E}">
        <p14:creationId xmlns:p14="http://schemas.microsoft.com/office/powerpoint/2010/main" val="305238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C2332-651D-D56D-F2B9-E560CC15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FF61-D9D4-5FC4-74BA-381C0969F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a normal unordered list</a:t>
            </a:r>
          </a:p>
          <a:p>
            <a:r>
              <a:rPr lang="en-US" dirty="0"/>
              <a:t>Nothing fancy on this slide</a:t>
            </a:r>
          </a:p>
        </p:txBody>
      </p:sp>
    </p:spTree>
    <p:extLst>
      <p:ext uri="{BB962C8B-B14F-4D97-AF65-F5344CB8AC3E}">
        <p14:creationId xmlns:p14="http://schemas.microsoft.com/office/powerpoint/2010/main" val="482831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BCB2-9313-046F-B38F-157AEC32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4A2CF-6195-6712-7BA0-9E306CF47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one has </a:t>
            </a:r>
            <a:r>
              <a:rPr lang="en-US" b="1" dirty="0"/>
              <a:t>formatting</a:t>
            </a:r>
            <a:r>
              <a:rPr lang="en-US" dirty="0"/>
              <a:t> that is </a:t>
            </a:r>
            <a:r>
              <a:rPr lang="en-US" u="sng" dirty="0"/>
              <a:t>fancier</a:t>
            </a:r>
            <a:r>
              <a:rPr lang="en-US" dirty="0"/>
              <a:t> </a:t>
            </a:r>
            <a:r>
              <a:rPr lang="en-US" i="1" dirty="0"/>
              <a:t>sometimes</a:t>
            </a:r>
            <a:r>
              <a:rPr lang="en-US" dirty="0"/>
              <a:t> even </a:t>
            </a:r>
            <a:r>
              <a:rPr lang="en-US" b="1" i="1" dirty="0"/>
              <a:t>too fancy</a:t>
            </a:r>
            <a:endParaRPr lang="en-US" dirty="0"/>
          </a:p>
          <a:p>
            <a:r>
              <a:rPr lang="en-US" dirty="0"/>
              <a:t>And we’ll do a nested list</a:t>
            </a:r>
          </a:p>
          <a:p>
            <a:pPr lvl="1"/>
            <a:r>
              <a:rPr lang="en-US" dirty="0"/>
              <a:t>Here’s the first nested item</a:t>
            </a:r>
          </a:p>
          <a:p>
            <a:pPr lvl="1"/>
            <a:r>
              <a:rPr lang="en-US" dirty="0"/>
              <a:t>And the second</a:t>
            </a:r>
          </a:p>
          <a:p>
            <a:pPr lvl="1"/>
            <a:r>
              <a:rPr lang="en-US" dirty="0"/>
              <a:t>Third</a:t>
            </a:r>
          </a:p>
          <a:p>
            <a:r>
              <a:rPr lang="en-US" dirty="0"/>
              <a:t>And back out</a:t>
            </a:r>
          </a:p>
          <a:p>
            <a:r>
              <a:rPr lang="en-US" dirty="0"/>
              <a:t>Here’s a hyperlink to </a:t>
            </a:r>
            <a:r>
              <a:rPr lang="en-US" dirty="0">
                <a:hlinkClick r:id="rId2"/>
              </a:rPr>
              <a:t>http://www.example.com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924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4D22D4-020C-535E-7E4B-CCAE2CC1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Two-column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EF51FA-67D0-C998-812A-36BA41CFA9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Left column</a:t>
            </a:r>
          </a:p>
          <a:p>
            <a:r>
              <a:rPr lang="en-US" dirty="0"/>
              <a:t>Simple list</a:t>
            </a:r>
          </a:p>
          <a:p>
            <a:r>
              <a:rPr lang="en-US" dirty="0"/>
              <a:t>Nothing Fancy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4EE6B-A7A9-F838-8B55-86925845C0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Right column</a:t>
            </a:r>
          </a:p>
          <a:p>
            <a:r>
              <a:rPr lang="en-US" dirty="0"/>
              <a:t>Simple list</a:t>
            </a:r>
          </a:p>
          <a:p>
            <a:r>
              <a:rPr lang="en-US" dirty="0"/>
              <a:t>Nothing fancy</a:t>
            </a:r>
          </a:p>
        </p:txBody>
      </p:sp>
    </p:spTree>
    <p:extLst>
      <p:ext uri="{BB962C8B-B14F-4D97-AF65-F5344CB8AC3E}">
        <p14:creationId xmlns:p14="http://schemas.microsoft.com/office/powerpoint/2010/main" val="129958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24B114-97EB-AC43-FEE5-56CBBEA8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5F6B-8D4C-479D-7760-3146311C3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Numbered list first item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Second item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Third item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Nested numbered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Second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Third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Back out</a:t>
            </a:r>
          </a:p>
        </p:txBody>
      </p:sp>
    </p:spTree>
    <p:extLst>
      <p:ext uri="{BB962C8B-B14F-4D97-AF65-F5344CB8AC3E}">
        <p14:creationId xmlns:p14="http://schemas.microsoft.com/office/powerpoint/2010/main" val="2518608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</TotalTime>
  <Words>90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Basic Powerpoint</vt:lpstr>
      <vt:lpstr>First Content Slide</vt:lpstr>
      <vt:lpstr>Second content slide</vt:lpstr>
      <vt:lpstr>Two-column slide</vt:lpstr>
      <vt:lpstr>Numbered lists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Villani</dc:creator>
  <cp:lastModifiedBy>Thomas Villani</cp:lastModifiedBy>
  <cp:revision>3</cp:revision>
  <dcterms:created xsi:type="dcterms:W3CDTF">2025-09-26T19:45:25Z</dcterms:created>
  <dcterms:modified xsi:type="dcterms:W3CDTF">2025-09-29T18:25:05Z</dcterms:modified>
</cp:coreProperties>
</file>